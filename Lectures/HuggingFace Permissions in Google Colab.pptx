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9" r:id="rId3"/>
    <p:sldId id="256" r:id="rId4"/>
    <p:sldId id="260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A6F3A-98E1-DF39-8817-ED46C8E2F7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D5C98F-25EE-5789-9F2B-B93CE9642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91EF2-C112-E89B-3438-F952794DF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9D9C6-74D5-419E-AEC6-1FC7D9564DF8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10B1F-941D-EDE5-365E-2D7FE945C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50B1D-290F-27FB-8C70-0D3F8DFAC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E3F43-D49E-45EA-AB75-E4BC6D737F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427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EC6CF-C796-4819-4A4A-E373F33AC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22788-A921-D7DA-722A-DDE47FDD3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E80D-29AB-7F27-4E57-6B56EF9EA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9D9C6-74D5-419E-AEC6-1FC7D9564DF8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9FC92-4EA6-422A-5FBF-DE7171F0F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21EB2-7F9A-B7CF-A2C8-783BF0C0C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E3F43-D49E-45EA-AB75-E4BC6D737F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2020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75152-F2AE-7EC3-26E7-E7A91FEB3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D7E2F6-803D-C0AB-71D9-473557A4D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BADEC-EA5E-4124-AB01-F9EAC06B9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9D9C6-74D5-419E-AEC6-1FC7D9564DF8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3CE4B-82D9-6E52-9D95-ED31DD8A0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5EE5F-B01C-519A-0279-5B5240891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E3F43-D49E-45EA-AB75-E4BC6D737F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5440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EE844-858B-2410-3BC1-E64EF563C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1A671-E335-E721-2BF8-4CAE9EEA3E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4C28CF-7FF7-3D7E-40A3-0498EE8487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42BD1-1236-F6EE-5CE4-450DE37A3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9D9C6-74D5-419E-AEC6-1FC7D9564DF8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4AF36-D6F1-A22C-0791-6F63B5E35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D6FAA5-50F8-C632-5645-D168B632E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E3F43-D49E-45EA-AB75-E4BC6D737F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8176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A9648-5C80-4F6A-D9FD-1300017AB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11DEA-3A9D-3E41-199E-66EF94DFD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4A2442-7AD9-0AC1-AF1C-658992C4DB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80CBB8-DADD-F4D6-DF37-1FBF21FB5E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52A07-CD2B-44DA-CFC1-5F5E28DFD4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65DB37-A45F-0A13-0412-52ECF630C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9D9C6-74D5-419E-AEC6-1FC7D9564DF8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AD29B8-C871-6A98-A462-4C6579159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CF7A96-7703-CDFA-8532-2100081EC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E3F43-D49E-45EA-AB75-E4BC6D737F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582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AB97C-9815-4746-7E9D-15524F170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432F78-706A-3C38-3B70-5A4B7518B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9D9C6-74D5-419E-AEC6-1FC7D9564DF8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0D85A-6973-C51D-2629-584CCC5D0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0C7546-31D5-5D87-59DE-7162665A3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E3F43-D49E-45EA-AB75-E4BC6D737F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0563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B86FEE-CCB9-21CF-E536-2D4A98C5C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9D9C6-74D5-419E-AEC6-1FC7D9564DF8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C5C38-E6BF-064D-856C-593B3E946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53FAA-1B4B-0C31-15EF-5A8E05F71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E3F43-D49E-45EA-AB75-E4BC6D737F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3562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F71D5-B2B1-C424-F5E3-E0805E156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0B59A-3500-0D86-E56A-F828868F4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8B7017-956A-813F-E693-647620B2B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5A2F34-5845-6000-0002-078A18476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9D9C6-74D5-419E-AEC6-1FC7D9564DF8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074461-1DD2-8CCD-EB08-C2B669346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8BE2D-8DE3-D3B5-FB8B-0673C6EC7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E3F43-D49E-45EA-AB75-E4BC6D737F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1464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95A07-53B9-9242-B8E7-4CD6B511F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732E5E-832D-AC82-F6D7-9A82C967E3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FAEBE-48B9-D1F3-5C93-CE9BC77A3D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41935B-E716-5BC9-7149-F93A7EA7B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9D9C6-74D5-419E-AEC6-1FC7D9564DF8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A6541-6406-5963-3511-C131BFB32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3ADA9-E361-024A-4F60-EF328E86A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E3F43-D49E-45EA-AB75-E4BC6D737F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5673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8FD9F-92A3-C04A-1C0B-3F1257CF9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E54DE1-A085-B148-0911-9B39D2BE0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055EB-4C18-D844-F1E3-060A2C303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9D9C6-74D5-419E-AEC6-1FC7D9564DF8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EF6A7-A468-E46F-A095-9D45C3E41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9F535-8A9E-05ED-E8E6-7B4AF34C6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E3F43-D49E-45EA-AB75-E4BC6D737F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5683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BAD9C4-21AD-D2E9-7528-74F14A0952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3CB462-9ADF-9B67-124D-DB78288C38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86A3B-22D3-AEB3-B098-1C91E1802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9D9C6-74D5-419E-AEC6-1FC7D9564DF8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4F14A-42F8-C6B0-7FBA-CF04A0742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F32EF-82BF-76F3-1935-01A81439E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E3F43-D49E-45EA-AB75-E4BC6D737F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16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188675-0E83-7633-5250-2199CD44E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6044A-5C1D-98B9-D50A-7898F4D4D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7D372-A25F-E8F1-C6E0-B3779C1479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A9D9C6-74D5-419E-AEC6-1FC7D9564DF8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9CDFA-9B2C-BE4A-F383-B301867D82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A932B-8C2C-3CBE-ADD4-EC27E018BF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5E3F43-D49E-45EA-AB75-E4BC6D737F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342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37372-FAEF-2AD5-CF53-734F2F731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87A4A8-DF8D-B254-0C91-82ED08A811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14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716713-537B-94B0-AB35-6FEE81AF1D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HuggingFace</a:t>
            </a:r>
            <a:r>
              <a:rPr lang="en-GB" dirty="0"/>
              <a:t> Permissions in Google </a:t>
            </a:r>
            <a:r>
              <a:rPr lang="en-GB" dirty="0" err="1"/>
              <a:t>Colab</a:t>
            </a:r>
            <a:endParaRPr lang="en-GB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C9D8C89-DA0B-9C6C-6EDA-B9B4A1D4C0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6072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BC6F60D-DB32-F3B3-ED34-B648B3D05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You may encounter a permissions error in Google </a:t>
            </a:r>
            <a:r>
              <a:rPr lang="en-GB" dirty="0" err="1"/>
              <a:t>Colab</a:t>
            </a:r>
            <a:r>
              <a:rPr lang="en-GB" dirty="0"/>
              <a:t> when trying to load a “gated access” model such as NTv3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8F2375-75F8-0482-A528-24867C8D5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1763"/>
            <a:ext cx="12192000" cy="38485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76B48B7-EC29-5EBC-3602-6BC90F49A7CC}"/>
              </a:ext>
            </a:extLst>
          </p:cNvPr>
          <p:cNvSpPr txBox="1"/>
          <p:nvPr/>
        </p:nvSpPr>
        <p:spPr>
          <a:xfrm>
            <a:off x="838199" y="6123543"/>
            <a:ext cx="79518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More info: https://huggingface.co/docs/hub/en/models-gated</a:t>
            </a:r>
          </a:p>
        </p:txBody>
      </p:sp>
    </p:spTree>
    <p:extLst>
      <p:ext uri="{BB962C8B-B14F-4D97-AF65-F5344CB8AC3E}">
        <p14:creationId xmlns:p14="http://schemas.microsoft.com/office/powerpoint/2010/main" val="837132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77D33-EFD2-2192-74E4-ACA2AB667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Step 1: Log in to your </a:t>
            </a:r>
            <a:r>
              <a:rPr lang="en-GB" dirty="0" err="1"/>
              <a:t>HuggingFace</a:t>
            </a:r>
            <a:r>
              <a:rPr lang="en-GB" dirty="0"/>
              <a:t> account and ensure you have access to the model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47999C-65A7-8459-BDD5-A3EC45203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43949"/>
          </a:xfrm>
        </p:spPr>
        <p:txBody>
          <a:bodyPr/>
          <a:lstStyle/>
          <a:p>
            <a:pPr marL="0" indent="0">
              <a:buNone/>
            </a:pPr>
            <a:r>
              <a:rPr lang="en-GB" i="1" dirty="0"/>
              <a:t>You should see something like the below on the model page.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A865E5-CAC9-6B61-6074-711A4B1F0A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870"/>
          <a:stretch>
            <a:fillRect/>
          </a:stretch>
        </p:blipFill>
        <p:spPr>
          <a:xfrm>
            <a:off x="2554190" y="2743200"/>
            <a:ext cx="7083619" cy="28244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54DF4D-423C-C97D-7416-8D264CF7C13B}"/>
              </a:ext>
            </a:extLst>
          </p:cNvPr>
          <p:cNvSpPr txBox="1"/>
          <p:nvPr/>
        </p:nvSpPr>
        <p:spPr>
          <a:xfrm>
            <a:off x="838200" y="5846544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More info: https://huggingface.co/docs/hub/main/en/models-gated#access-gated-models-as-a-user</a:t>
            </a:r>
          </a:p>
        </p:txBody>
      </p:sp>
    </p:spTree>
    <p:extLst>
      <p:ext uri="{BB962C8B-B14F-4D97-AF65-F5344CB8AC3E}">
        <p14:creationId xmlns:p14="http://schemas.microsoft.com/office/powerpoint/2010/main" val="2087278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ADD5F-8912-B161-E000-7A2A23B9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Step 2: Log in to </a:t>
            </a:r>
            <a:r>
              <a:rPr lang="en-GB" dirty="0" err="1"/>
              <a:t>HuggingFace</a:t>
            </a:r>
            <a:r>
              <a:rPr lang="en-GB" dirty="0"/>
              <a:t> in Google </a:t>
            </a:r>
            <a:r>
              <a:rPr lang="en-GB" dirty="0" err="1"/>
              <a:t>Colab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3759F9-90FF-27F8-0C25-9190DBD1F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276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i="1" dirty="0"/>
              <a:t>This can be done using the </a:t>
            </a:r>
            <a:r>
              <a:rPr lang="en-GB" i="1" dirty="0" err="1"/>
              <a:t>huggingface_hub</a:t>
            </a:r>
            <a:r>
              <a:rPr lang="en-GB" i="1" dirty="0"/>
              <a:t> package. Follow the URL, and input the code that appears in Google </a:t>
            </a:r>
            <a:r>
              <a:rPr lang="en-GB" i="1" dirty="0" err="1"/>
              <a:t>Colab</a:t>
            </a:r>
            <a:r>
              <a:rPr lang="en-GB" i="1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D84F3D-F6C2-B13F-1D49-EE57111C2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638" y="2590036"/>
            <a:ext cx="9266723" cy="3467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75D0F2-316E-7D6E-6857-EE861DF22E4D}"/>
              </a:ext>
            </a:extLst>
          </p:cNvPr>
          <p:cNvSpPr txBox="1"/>
          <p:nvPr/>
        </p:nvSpPr>
        <p:spPr>
          <a:xfrm>
            <a:off x="838200" y="6194247"/>
            <a:ext cx="8524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Full instructions: https://huggingface.co/docs/huggingface_hub/en/quick-start</a:t>
            </a:r>
          </a:p>
        </p:txBody>
      </p:sp>
    </p:spTree>
    <p:extLst>
      <p:ext uri="{BB962C8B-B14F-4D97-AF65-F5344CB8AC3E}">
        <p14:creationId xmlns:p14="http://schemas.microsoft.com/office/powerpoint/2010/main" val="1434621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B9E09-9AEF-A07F-8BEB-2222D7EB9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You should now be logged in and able to load the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87669-0C13-31D5-4678-B48FB98F3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415" y="1817230"/>
            <a:ext cx="9579170" cy="322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102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157</Words>
  <Application>Microsoft Office PowerPoint</Application>
  <PresentationFormat>Widescreen</PresentationFormat>
  <Paragraphs>10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HuggingFace Permissions in Google Colab</vt:lpstr>
      <vt:lpstr>You may encounter a permissions error in Google Colab when trying to load a “gated access” model such as NTv3</vt:lpstr>
      <vt:lpstr>Step 1: Log in to your HuggingFace account and ensure you have access to the model</vt:lpstr>
      <vt:lpstr>Step 2: Log in to HuggingFace in Google Colab</vt:lpstr>
      <vt:lpstr>You should now be logged in and able to load the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Megha Hegde</dc:creator>
  <cp:lastModifiedBy>Megha Hegde</cp:lastModifiedBy>
  <cp:revision>6</cp:revision>
  <dcterms:created xsi:type="dcterms:W3CDTF">2026-09-02T15:25:00Z</dcterms:created>
  <dcterms:modified xsi:type="dcterms:W3CDTF">2026-09-02T18:56:23Z</dcterms:modified>
</cp:coreProperties>
</file>